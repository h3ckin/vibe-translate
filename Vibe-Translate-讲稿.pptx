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B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Vibe Coding 构建的浏览器 PPT / PDF 翻译工作台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翻译记忆库 · 语料库 · 实时字幕 · 多模型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365760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提交人 / 课程：Vibe Coding 期末作业  · 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· 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六大板块 · 总览整套系统的设计与实现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设计思路：为什么做 Vibe Translate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功能介绍：工作台 · 字幕 · 记忆 · 语料 · 术语 · 任务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翻译记忆库 (TM)：自动沉淀 · 相似度复用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语料库 (Corpus)：RAG 风格增强 · 内置行业示例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实时字幕：浏览器语音识别 + 翻译叠加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加 PI &amp; 部署：自定义域名 + Vercel 一步上线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76072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1F7A5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760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BF4"/>
                </a:solidFill>
              </a:rPr>
              <a:t>设计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576072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D2E8D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5760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功能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576072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D2E8D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5760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记忆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576072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D2E8DB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5760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语料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576072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D2E8D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5760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字幕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46920" y="576072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D2E8DB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5760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部署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设计思路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把繁琐的"上传→复制→翻译→回填"压缩到一个浏览器标签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PPT/PDF 翻译需要在多工具间来回切换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同一术语每次都译法不一致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缺乏积累：每次都从零开始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没有一键回写演示文稿的能力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3317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零安装：纯前端 SPA，打开即用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三段流水线：解析 → 记忆+术语 → 多模型 LLM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 API 优先：auto 模式下按价格/质量自动降级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数据本地化：API Key &amp; 记忆库仅存浏览器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可分享：可导出 MD/JSON/DOCX/PDF/原版 PPTX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D2E8D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Slogan  ▸  "Vibe Coding · 30 秒把英文 PPT 变成中文版"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· 浏览器内运行的 6 段式翻译管线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D2E8D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上传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PPTX / PDF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331720" y="2468880"/>
            <a:ext cx="91440" cy="182880"/>
          </a:xfrm>
          <a:prstGeom prst="rightTriangle">
            <a:avLst/>
          </a:prstGeom>
          <a:solidFill>
            <a:srgbClr val="1C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D2E8DB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解析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JSZip / PDF.js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343400" y="2468880"/>
            <a:ext cx="91440" cy="182880"/>
          </a:xfrm>
          <a:prstGeom prst="rightTriangle">
            <a:avLst/>
          </a:prstGeom>
          <a:solidFill>
            <a:srgbClr val="1C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D2E8D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OCR 兜底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Mathpix / Azure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355080" y="2468880"/>
            <a:ext cx="91440" cy="182880"/>
          </a:xfrm>
          <a:prstGeom prst="rightTriangle">
            <a:avLst/>
          </a:prstGeom>
          <a:solidFill>
            <a:srgbClr val="1C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D2E8D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TM + 术语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本地查表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366760" y="2468880"/>
            <a:ext cx="91440" cy="182880"/>
          </a:xfrm>
          <a:prstGeom prst="rightTriangle">
            <a:avLst/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D2E8DB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语料 RAG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关键词检索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10378440" y="2468880"/>
            <a:ext cx="91440" cy="182880"/>
          </a:xfrm>
          <a:prstGeom prst="rightTriangle">
            <a:avLst/>
          </a:prstGeom>
          <a:solidFill>
            <a:srgbClr val="1C1C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F7A5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BF4"/>
                </a:solidFill>
              </a:rPr>
              <a:t>LLM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FBF4"/>
                </a:solidFill>
              </a:rPr>
              <a:t>OpenAI/DS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A"/>
                </a:solidFill>
              </a:rPr>
              <a:t>持久层 · Browser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存储 API Key / 偏好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缓存翻译记忆库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所有数据不离开本机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A"/>
                </a:solidFill>
              </a:rPr>
              <a:t>外部 LLM Provider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0233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(gpt-4.1-mini / 4o)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(deepseek-chat)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(doubao-1-5-pro)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未配置 Key 时自动启用本地 Mock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 · 截图解读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三栏布局：左控制 · 右译文 · 底术语库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左栏 · 控制台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上传卡片 · 拖拽 .pptx / .pdf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语种胶囊：中↔英 / 日 / 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引擎：自动 / Mathpix / Azure / AWS / 本地 / 仅文本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翻译优先：auto / OpenAI / DeepSeek / 豆包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面板：6 个供应商独立管理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82880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5A"/>
                </a:solidFill>
              </a:rPr>
              <a:t>右栏 · 译文预览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23774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顶部 5 个导出按钮：MD / JSON / DOCX / PDF / PPTX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段落筛选：全部 / 已完成 / 记忆复用 / LLM 生成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每段标记：TM ✓ / LLM · 流式回显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底部进度条：实时翻译进度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C66"/>
                </a:solidFill>
              </a:rPr>
              <a:t>底部全宽 · 术语库 / 翻译记忆 / 语料库 / 任务中心 / 实时字幕  ↗ 顶部 Tab 一键切换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翻译记忆库 · TM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让"越用越准"成为产品的底层能力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每次翻译完成自动写入 {原文, 译文, 方向, 时间}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下次翻译前先用 trigram-Jaccard 相似度匹配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≥ 0.78 直接复用，保证术语一致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记忆可视化：表格 + 关键词检索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一键清空 · 全部数据本地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A"/>
                </a:solidFill>
              </a:rPr>
              <a:t>记忆库样例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377440"/>
          <a:ext cx="475488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译文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8D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to Vibe Translate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欢迎使用 Vibe 翻译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en→zh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revenue grew 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季度营收同比增长 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en→zh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acquisition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客户获取成本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en→zh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语料库 · Corpus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LLM 提供"风格"而非"答案"，避免逐字抄袭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3 个行业语料：商务 / 学术 / 产品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CSV / JSONL 上传 · 每行 `en = zh`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翻译时按 token 命中，作为风格参考注入 Prompt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与"术语库强制替换"解耦，互不冲突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 / 重命名 · 全部本地存储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A"/>
                </a:solidFill>
              </a:rPr>
              <a:t>Prompt 注入示意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You are Vibe Translate…
</a:t>
            </a:r>
            <a:pPr indent="0" marL="0">
              <a:buNone/>
            </a:pPr>
            <a:r>
              <a:rPr lang="en-US" sz="1200" b="1" dirty="0">
                <a:solidFill>
                  <a:srgbClr val="1F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Reference examples: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Quarterly revenue grew by 12% YoY.
  → 季度营收同比增长 12%。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 acquisition cost dropped.
  → 客户获取成本显著下降。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Translate this slide…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实时字幕 · Live Subtitle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把演讲 / 课堂 / 会议实时双语化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基于浏览器原生 Web Speech API，零后端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麦克风 → 实时识别 → 调 LLM 翻译 → 双语叠加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可调字号 14-32 / 顶部或底部位置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支持中 / 英 / 日 / 韩 四向互译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未配置 API Key 时回退本地 Mock，演示永远可用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94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Welcome to our Q3 product roadmap review.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47B"/>
                </a:solidFill>
              </a:rPr>
              <a:t>欢迎参加我们第三季度的产品路线图评审。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6576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Today we will focus on platform stability…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47B"/>
                </a:solidFill>
              </a:rPr>
              <a:t>今天我们将聚焦于平台稳定性……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3F"/>
                </a:solidFill>
              </a:rPr>
              <a:t>●  LIVE · 12 FPS · 38dB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PI · 自带 API 自由切换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Key 仅存浏览器 localStorage，绝不上传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OpenAI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sk-…  ·  gpt-4.1-mini / 4o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A3F"/>
                </a:solidFill>
              </a:rPr>
              <a:t>在左侧栏粘贴 Key 即可启用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DeepSeek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sk-…  ·  deepseek-chat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A3F"/>
                </a:solidFill>
              </a:rPr>
              <a:t>在左侧栏粘贴 Key 即可启用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豆包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816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火山方舟 · doubao-1-5-pro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A3F"/>
                </a:solidFill>
              </a:rPr>
              <a:t>在左侧栏粘贴 Key 即可启用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Mathpix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公式 OCR 首选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A3F"/>
                </a:solidFill>
              </a:rPr>
              <a:t>在左侧栏粘贴 Key 即可启用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38328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Azure AI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8056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Vision 文档 OCR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A3F"/>
                </a:solidFill>
              </a:rPr>
              <a:t>在左侧栏粘贴 Key 即可启用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338328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AWS Textract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3816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结构化抽取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A3F"/>
                </a:solidFill>
              </a:rPr>
              <a:t>在左侧栏粘贴 Key 即可启用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支持自定义 Base URL（企业代理 / 转发网关）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· Vercel + 自定义域名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步上线 · 全球 CDN · 自动 HTTPS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① 推送代码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
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
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"vibe translate v1"
</a:t>
            </a:r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&lt;repo&gt;
</a:t>
            </a:r>
            <a:pPr indent="0" marL="0">
              <a:buNone/>
            </a:pPr>
            <a:r>
              <a:rPr lang="en-US" sz="1200" b="1" dirty="0">
                <a:solidFill>
                  <a:srgbClr val="1F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② Vercel 导入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vercel.com → Import Project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GitHub 仓库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Preset = Vite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= `npm run build`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`dist`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 Deploy，1 分钟拿到 *.vercel.app 链接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BFBF4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③ 自定义域名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阿里云 / Cloudflare / Porkbun 均可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 CNAME → cname.vercel-dns.com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→ Settings → Domains 添加域名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自动签发 Let's Encrypt 证书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例：translate.yourdomain.com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CDN 加速 · 国内可备案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心法复盘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把"想法 → Demo → 部署"压缩到一晚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Translate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A"/>
                </a:solidFill>
              </a:rPr>
              <a:t>我们做对了什么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 PRD / 技术架构，再写代码 · 减少返工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纯前端架构 → Vercel 一键部署 → 自带域名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翻译兜底：永远有可演示的体验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LANG_PAIR、PROVIDER 等常量集中管理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单 store，把跨页状态压平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</a:rPr>
              <a:t>可以继续做的事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0" y="2240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替换为向量库（FAISS-WASM）做 TM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支持多人协作 · 团队共享术语库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浏览器内 Whisper 提升字幕鲁棒性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 Chrome 插件版：右键图片即译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导出对齐双语文档（双语对照 PDF）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7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B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FBF4"/>
                </a:solidFill>
              </a:rPr>
              <a:t>欢迎打开 translate.yourdomain.com 体验 · 期待你的第一条翻译记忆。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2E8DB"/>
                </a:solidFill>
              </a:rPr>
              <a:t>— Vibe Coding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Translate · Vibe Coding Final</dc:title>
  <dc:subject>PptxGenJS Presentation</dc:subject>
  <dc:creator>Vibe Coding Team</dc:creator>
  <cp:lastModifiedBy>Vibe Coding Team</cp:lastModifiedBy>
  <cp:revision>1</cp:revision>
  <dcterms:created xsi:type="dcterms:W3CDTF">2026-06-29T02:59:36Z</dcterms:created>
  <dcterms:modified xsi:type="dcterms:W3CDTF">2026-06-29T02:59:36Z</dcterms:modified>
</cp:coreProperties>
</file>